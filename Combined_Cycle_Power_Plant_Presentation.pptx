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Combined Cycle Power Plant Energy Output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Machine Learning Regression Project</a:t>
            </a:r>
          </a:p>
          <a:p>
            <a:r>
              <a:rPr dirty="0"/>
              <a:t>Presented by [</a:t>
            </a:r>
            <a:r>
              <a:rPr lang="en-US" dirty="0"/>
              <a:t>Sarbashree Ray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Predict net hourly electrical energy output (PE) using environmental data.</a:t>
            </a:r>
          </a:p>
          <a:p>
            <a:endParaRPr/>
          </a:p>
          <a:p>
            <a:r>
              <a:t>Features: Temperature (AT), Exhaust Vacuum (V), Ambient Pressure (AP), Relative Humidity (RH)</a:t>
            </a:r>
          </a:p>
          <a:p>
            <a:r>
              <a:t>Target: Power Output (PE)</a:t>
            </a:r>
          </a:p>
          <a:p>
            <a:endParaRPr/>
          </a:p>
          <a:p>
            <a:r>
              <a:t>Dataset size: 9568 rows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Type: Supervised Regression</a:t>
            </a:r>
          </a:p>
          <a:p>
            <a:r>
              <a:t>• Metric: RMSE &amp; R²</a:t>
            </a:r>
          </a:p>
          <a:p>
            <a:r>
              <a:t>• Validation: 5-Fold Cross Validation</a:t>
            </a:r>
          </a:p>
          <a:p>
            <a:r>
              <a:t>• Models: Linear Regression, Random Forest</a:t>
            </a:r>
          </a:p>
          <a:p>
            <a:endParaRPr/>
          </a:p>
          <a:p>
            <a:r>
              <a:t>Approach: Train-test split and cross-validation to evaluate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→ R² ≈ 0.93, RMSE ≈ 4.5 MW</a:t>
            </a:r>
          </a:p>
          <a:p>
            <a:r>
              <a:t>Random Forest → R² ≈ 0.96, RMSE ≈ 3.8 MW</a:t>
            </a:r>
          </a:p>
          <a:p>
            <a:endParaRPr/>
          </a:p>
          <a:p>
            <a:r>
              <a:t>Random Forest captures non-linear patterns better.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importance shows:</a:t>
            </a:r>
          </a:p>
          <a:p>
            <a:r>
              <a:t>• Temperature ↓ → lower output (negative correlation)</a:t>
            </a:r>
          </a:p>
          <a:p>
            <a:r>
              <a:t>• Vacuum ↑ → higher output (positive correlation)</a:t>
            </a:r>
          </a:p>
          <a:p>
            <a:r>
              <a:t>Pressure and Humidity have smaller effects.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Final Model: Random Forest Regressor</a:t>
            </a:r>
          </a:p>
          <a:p>
            <a:r>
              <a:t>✅ RMSE ≈ 3.8 MW, R² ≈ 0.96</a:t>
            </a:r>
          </a:p>
          <a:p>
            <a:r>
              <a:t>✅ Explains 96% of the variance in output</a:t>
            </a:r>
          </a:p>
          <a:p>
            <a:endParaRPr/>
          </a:p>
          <a:p>
            <a:r>
              <a:t>Temperature and Vacuum are key drivers.</a:t>
            </a:r>
          </a:p>
          <a:p>
            <a:r>
              <a:t>The model helps forecast plant performance accurately.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213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Combined Cycle Power Plant Energy Output Prediction</vt:lpstr>
      <vt:lpstr>Problem Statement &amp; Dataset</vt:lpstr>
      <vt:lpstr>Modeling Approach</vt:lpstr>
      <vt:lpstr>Model Results</vt:lpstr>
      <vt:lpstr>Model Interpretation</vt:lpstr>
      <vt:lpstr>Evaluation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Sarbashree Ray</cp:lastModifiedBy>
  <cp:revision>2</cp:revision>
  <dcterms:created xsi:type="dcterms:W3CDTF">2013-01-27T09:14:16Z</dcterms:created>
  <dcterms:modified xsi:type="dcterms:W3CDTF">2025-11-08T09:44:49Z</dcterms:modified>
  <cp:category/>
</cp:coreProperties>
</file>